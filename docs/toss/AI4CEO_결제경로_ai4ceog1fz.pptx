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결제경로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822960" y="2926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AI4CEO Portal · https://www.ai4ceo.app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3931920"/>
            <a:ext cx="3931920" cy="868680"/>
          </a:xfrm>
          <a:prstGeom prst="roundRect">
            <a:avLst>
              <a:gd name="adj" fmla="val 12632"/>
            </a:avLst>
          </a:prstGeom>
          <a:solidFill>
            <a:srgbClr val="2A3672"/>
          </a:solidFill>
          <a:ln w="12700">
            <a:solidFill>
              <a:srgbClr val="3D4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40233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상점아이디(MID)
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ai4ceog1fz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55778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에이아이비비랩(AIBB LAB) 주식회사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대표자 장동인(CHANG DONG IN) · 사업자등록번호 125-87-01333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0" y="5577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2026. 08. 11.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가맹점 개요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822960" y="141732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F6F8FC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5819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C5C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홈페이지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1560" y="1892808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https://www.ai4ceo.app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80560" y="141732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F6F8FC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09160" y="15819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C5C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판매 상품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09160" y="1892808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AI4CEO 18기 수강료 2,200,000원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동문 멤버십(연간) 550,000원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38160" y="141732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F6F8FC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66760" y="15819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C5C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 페이지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366760" y="1892808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첫페이지 [수강료 안내] 섹션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https://www.ai4ceo.app/pay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301752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F6F8FC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1821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C5C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결제수단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" y="3493008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신용·체크카드 / 간편결제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480560" y="301752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F6F8FC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31821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C5C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연동 방식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09160" y="3493008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토스페이먼츠 표준 결제창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(JavaScript SDK v2)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38160" y="301752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F6F8FC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66760" y="31821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C5C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업종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366760" y="3493008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온라인 교육 서비스 (기수제 강의)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4892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사업자정보는 홈페이지 하단(모든 공개 페이지)에 사업자등록증과 동일하게 상시 노출됩니다.</a:t>
            </a:r>
            <a:endParaRPr lang="en-US" sz="1200" dirty="0"/>
          </a:p>
        </p:txBody>
      </p:sp>
      <p:pic>
        <p:nvPicPr>
          <p:cNvPr id="22" name="Image 0" descr="C:\Users\donch\ai4ceo-portal\docs\toss\screens\step0-foot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5257800"/>
            <a:ext cx="1051560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1234440" cy="384048"/>
          </a:xfrm>
          <a:prstGeom prst="roundRect">
            <a:avLst>
              <a:gd name="adj" fmla="val 2381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486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홈페이지 접속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C5C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URL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https://www.ai4ceo.app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메인 화면 상단 메뉴와 하단 CTA에서 [수강료 결제]로 진입합니다.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페이지 하단에는 상호명·대표자명·사업자등록번호·사업장 주소·연락번호를 상시 표기합니다.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00600" y="685800"/>
            <a:ext cx="6675120" cy="5394960"/>
          </a:xfrm>
          <a:prstGeom prst="roundRect">
            <a:avLst>
              <a:gd name="adj" fmla="val 1356"/>
            </a:avLst>
          </a:prstGeom>
          <a:solidFill>
            <a:srgbClr val="F6F8FC"/>
          </a:solidFill>
          <a:ln w="12700">
            <a:solidFill>
              <a:srgbClr val="E3E7EF"/>
            </a:solidFill>
            <a:prstDash val="solid"/>
          </a:ln>
        </p:spPr>
      </p:sp>
      <p:pic>
        <p:nvPicPr>
          <p:cNvPr id="9" name="Image 0" descr="C:\Users\donch\ai4ceo-portal\docs\toss\screens\step1-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83480" y="868680"/>
            <a:ext cx="630936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1234440" cy="384048"/>
          </a:xfrm>
          <a:prstGeom prst="roundRect">
            <a:avLst>
              <a:gd name="adj" fmla="val 2381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486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확인 및 결제 요청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C5C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URL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https://www.ai4ceo.app/#pricing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첫페이지 [수강료 안내] 섹션에서 판매 상품 2종을 상품 이미지·가격과 함께 확인합니다.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동문 멤버십은 과정 수료자에게만 적용되는 상품이라, 이용 조건을 결제 전에 상품 카드에서 고지합니다.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 금액과 주문번호는 서버에서 확정되며 사용자가 변경할 수 없습니다.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00600" y="685800"/>
            <a:ext cx="6675120" cy="5394960"/>
          </a:xfrm>
          <a:prstGeom prst="roundRect">
            <a:avLst>
              <a:gd name="adj" fmla="val 1356"/>
            </a:avLst>
          </a:prstGeom>
          <a:solidFill>
            <a:srgbClr val="F6F8FC"/>
          </a:solidFill>
          <a:ln w="12700">
            <a:solidFill>
              <a:srgbClr val="E3E7EF"/>
            </a:solidFill>
            <a:prstDash val="solid"/>
          </a:ln>
        </p:spPr>
      </p:sp>
      <p:pic>
        <p:nvPicPr>
          <p:cNvPr id="9" name="Image 0" descr="C:\Users\donch\ai4ceo-portal\docs\toss\screens\home-pric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83480" y="868680"/>
            <a:ext cx="630936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1234440" cy="384048"/>
          </a:xfrm>
          <a:prstGeom prst="roundRect">
            <a:avLst>
              <a:gd name="adj" fmla="val 2381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486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결제수단 선택 (토스페이먼츠 결제창)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C5C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URL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https://www.ai4ceo.app/#pricing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토스페이먼츠 표준 결제창이 열리고 상품명과 결제 금액이 표시됩니다.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간편결제 또는 신용·체크카드를 선택해 결제를 진행합니다.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화면은 테스트 키 기준이며, 심사 완료 후 라이브 키로 전환합니다.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00600" y="685800"/>
            <a:ext cx="6675120" cy="5394960"/>
          </a:xfrm>
          <a:prstGeom prst="roundRect">
            <a:avLst>
              <a:gd name="adj" fmla="val 1356"/>
            </a:avLst>
          </a:prstGeom>
          <a:solidFill>
            <a:srgbClr val="F6F8FC"/>
          </a:solidFill>
          <a:ln w="12700">
            <a:solidFill>
              <a:srgbClr val="E3E7EF"/>
            </a:solidFill>
            <a:prstDash val="solid"/>
          </a:ln>
        </p:spPr>
      </p:sp>
      <p:pic>
        <p:nvPicPr>
          <p:cNvPr id="9" name="Image 0" descr="C:\Users\donch\ai4ceo-portal\docs\toss\screens\home-checkou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83480" y="868680"/>
            <a:ext cx="630936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1234440" cy="384048"/>
          </a:xfrm>
          <a:prstGeom prst="roundRect">
            <a:avLst>
              <a:gd name="adj" fmla="val 2381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486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 완료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C5C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URL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https://www.ai4ceo.app/pay/complete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결제가 끝나면 주문번호·결제 금액·결제 키를 확인할 수 있는 완료 화면으로 이동합니다.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 실패·취소 시에는 /pay/fail 화면에서 사유를 안내하고 재결제 경로를 제공합니다.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00600" y="685800"/>
            <a:ext cx="6675120" cy="5394960"/>
          </a:xfrm>
          <a:prstGeom prst="roundRect">
            <a:avLst>
              <a:gd name="adj" fmla="val 1356"/>
            </a:avLst>
          </a:prstGeom>
          <a:solidFill>
            <a:srgbClr val="F6F8FC"/>
          </a:solidFill>
          <a:ln w="12700">
            <a:solidFill>
              <a:srgbClr val="E3E7EF"/>
            </a:solidFill>
            <a:prstDash val="solid"/>
          </a:ln>
        </p:spPr>
      </p:sp>
      <p:pic>
        <p:nvPicPr>
          <p:cNvPr id="9" name="Image 0" descr="C:\Users\donch\ai4ceo-portal\docs\toss\screens\step4-comple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83480" y="868680"/>
            <a:ext cx="630936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1234440" cy="384048"/>
          </a:xfrm>
          <a:prstGeom prst="roundRect">
            <a:avLst>
              <a:gd name="adj" fmla="val 2381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486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참고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별도 결제 페이지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C5C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URL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https://www.ai4ceo.app/pay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첫페이지 외에 전용 결제 페이지도 제공합니다. 상단 메뉴 [수강료 결제]로 진입합니다.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상품마다 [결제하기] 버튼이 있어 원하는 상품을 바로 결제할 수 있습니다.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하단에 결제수단·환불 규정을 함께 안내합니다. 두 경로 모두 로그인 없이 결제할 수 있고, 동일한 토스페이먼츠 표준 결제창을 사용합니다.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00600" y="685800"/>
            <a:ext cx="6675120" cy="5394960"/>
          </a:xfrm>
          <a:prstGeom prst="roundRect">
            <a:avLst>
              <a:gd name="adj" fmla="val 1356"/>
            </a:avLst>
          </a:prstGeom>
          <a:solidFill>
            <a:srgbClr val="F6F8FC"/>
          </a:solidFill>
          <a:ln w="12700">
            <a:solidFill>
              <a:srgbClr val="E3E7EF"/>
            </a:solidFill>
            <a:prstDash val="solid"/>
          </a:ln>
        </p:spPr>
      </p:sp>
      <p:pic>
        <p:nvPicPr>
          <p:cNvPr id="9" name="Image 0" descr="C:\Users\donch\ai4ceo-portal\docs\toss\screens\step5-payp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83480" y="868680"/>
            <a:ext cx="630936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108960"/>
            <a:ext cx="8686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에이아이비비랩(AIBB LAB) 주식회사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대표자명   장동인(CHANG DONG IN)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사업자등록번호   125-87-01333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사업장 주소   서울시 강서구 마곡중앙1로 10 801호(한일노벨리아빌딩)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연락번호   010-5259-9509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5669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상점아이디(MID)  ai4ceog1fz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AI4CEO Portal 결제경로</dc:title>
  <dc:subject>PptxGenJS Presentation</dc:subject>
  <dc:creator>에이아이비비랩(AIBB LAB) 주식회사</dc:creator>
  <cp:lastModifiedBy>에이아이비비랩(AIBB LAB) 주식회사</cp:lastModifiedBy>
  <cp:revision>1</cp:revision>
  <dcterms:created xsi:type="dcterms:W3CDTF">2026-08-11T03:21:56Z</dcterms:created>
  <dcterms:modified xsi:type="dcterms:W3CDTF">2026-08-11T03:21:56Z</dcterms:modified>
</cp:coreProperties>
</file>